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6858000" cy="9144000"/>
  <p:embeddedFontLst>
    <p:embeddedFont>
      <p:font typeface="Times New Roman MT" panose="020B0604020202020204" charset="0"/>
      <p:regular r:id="rId6"/>
    </p:embeddedFont>
    <p:embeddedFont>
      <p:font typeface="Times New Roman MT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18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36" y="8962091"/>
            <a:ext cx="1190113" cy="1843837"/>
          </a:xfrm>
          <a:custGeom>
            <a:avLst/>
            <a:gdLst/>
            <a:ahLst/>
            <a:cxnLst/>
            <a:rect l="l" t="t" r="r" b="b"/>
            <a:pathLst>
              <a:path w="1190113" h="1843837">
                <a:moveTo>
                  <a:pt x="0" y="0"/>
                </a:moveTo>
                <a:lnTo>
                  <a:pt x="1190113" y="0"/>
                </a:lnTo>
                <a:lnTo>
                  <a:pt x="1190113" y="1843837"/>
                </a:lnTo>
                <a:lnTo>
                  <a:pt x="0" y="18438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2628" y="9805723"/>
            <a:ext cx="929873" cy="991144"/>
          </a:xfrm>
          <a:custGeom>
            <a:avLst/>
            <a:gdLst/>
            <a:ahLst/>
            <a:cxnLst/>
            <a:rect l="l" t="t" r="r" b="b"/>
            <a:pathLst>
              <a:path w="929873" h="991144">
                <a:moveTo>
                  <a:pt x="0" y="0"/>
                </a:moveTo>
                <a:lnTo>
                  <a:pt x="929873" y="0"/>
                </a:lnTo>
                <a:lnTo>
                  <a:pt x="929873" y="991144"/>
                </a:lnTo>
                <a:lnTo>
                  <a:pt x="0" y="991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365545" y="8483487"/>
            <a:ext cx="1168227" cy="1817807"/>
          </a:xfrm>
          <a:custGeom>
            <a:avLst/>
            <a:gdLst/>
            <a:ahLst/>
            <a:cxnLst/>
            <a:rect l="l" t="t" r="r" b="b"/>
            <a:pathLst>
              <a:path w="1168227" h="1817807">
                <a:moveTo>
                  <a:pt x="0" y="0"/>
                </a:moveTo>
                <a:lnTo>
                  <a:pt x="1168227" y="0"/>
                </a:lnTo>
                <a:lnTo>
                  <a:pt x="1168227" y="1817808"/>
                </a:lnTo>
                <a:lnTo>
                  <a:pt x="0" y="1817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731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49469" y="9284265"/>
            <a:ext cx="935274" cy="1371735"/>
          </a:xfrm>
          <a:custGeom>
            <a:avLst/>
            <a:gdLst/>
            <a:ahLst/>
            <a:cxnLst/>
            <a:rect l="l" t="t" r="r" b="b"/>
            <a:pathLst>
              <a:path w="935274" h="1371735">
                <a:moveTo>
                  <a:pt x="0" y="0"/>
                </a:moveTo>
                <a:lnTo>
                  <a:pt x="935274" y="0"/>
                </a:lnTo>
                <a:lnTo>
                  <a:pt x="935274" y="1371735"/>
                </a:lnTo>
                <a:lnTo>
                  <a:pt x="0" y="13717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56260" y="688923"/>
            <a:ext cx="1754683" cy="1104323"/>
          </a:xfrm>
          <a:custGeom>
            <a:avLst/>
            <a:gdLst/>
            <a:ahLst/>
            <a:cxnLst/>
            <a:rect l="l" t="t" r="r" b="b"/>
            <a:pathLst>
              <a:path w="1754683" h="1104323">
                <a:moveTo>
                  <a:pt x="0" y="0"/>
                </a:moveTo>
                <a:lnTo>
                  <a:pt x="1754684" y="0"/>
                </a:lnTo>
                <a:lnTo>
                  <a:pt x="1754684" y="1104323"/>
                </a:lnTo>
                <a:lnTo>
                  <a:pt x="0" y="1104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58603"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-25136" y="-630347"/>
            <a:ext cx="1132701" cy="1774392"/>
          </a:xfrm>
          <a:custGeom>
            <a:avLst/>
            <a:gdLst/>
            <a:ahLst/>
            <a:cxnLst/>
            <a:rect l="l" t="t" r="r" b="b"/>
            <a:pathLst>
              <a:path w="1132701" h="1774392">
                <a:moveTo>
                  <a:pt x="0" y="0"/>
                </a:moveTo>
                <a:lnTo>
                  <a:pt x="1132701" y="0"/>
                </a:lnTo>
                <a:lnTo>
                  <a:pt x="1132701" y="1774392"/>
                </a:lnTo>
                <a:lnTo>
                  <a:pt x="0" y="177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55512"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789947"/>
              </p:ext>
            </p:extLst>
          </p:nvPr>
        </p:nvGraphicFramePr>
        <p:xfrm>
          <a:off x="642628" y="2700952"/>
          <a:ext cx="6187159" cy="3769834"/>
        </p:xfrm>
        <a:graphic>
          <a:graphicData uri="http://schemas.openxmlformats.org/drawingml/2006/table">
            <a:tbl>
              <a:tblPr/>
              <a:tblGrid>
                <a:gridCol w="132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464">
                <a:tc>
                  <a:txBody>
                    <a:bodyPr/>
                    <a:lstStyle/>
                    <a:p>
                      <a:pPr algn="ctr">
                        <a:lnSpc>
                          <a:spcPts val="1671"/>
                        </a:lnSpc>
                        <a:defRPr/>
                      </a:pPr>
                      <a:r>
                        <a:rPr lang="en-US" sz="1194" b="1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Meal Time</a:t>
                      </a:r>
                      <a:endParaRPr lang="en-US" sz="110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F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194" b="1" u="none" strike="noStrik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Menu Planning </a:t>
                      </a:r>
                      <a:endParaRPr lang="en-US" sz="110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87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Early Morning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100"/>
                        <a:t>{{early</a:t>
                      </a:r>
                      <a:r>
                        <a:rPr lang="en-US" sz="1100" dirty="0" err="1"/>
                        <a:t>_morning</a:t>
                      </a:r>
                      <a:r>
                        <a:rPr lang="en-US" sz="1100" dirty="0"/>
                        <a:t>}}</a:t>
                      </a:r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49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Post workout/ Breakfast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{{breakfast}}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107565" y="744515"/>
            <a:ext cx="5344871" cy="49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>
                <a:solidFill>
                  <a:srgbClr val="AF212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Sports Nutrition Plan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000" y="1693033"/>
            <a:ext cx="4790943" cy="43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Child Profile</a:t>
            </a:r>
          </a:p>
          <a:p>
            <a:pPr algn="l">
              <a:lnSpc>
                <a:spcPts val="1666"/>
              </a:lnSpc>
            </a:pPr>
            <a:endParaRPr lang="en-US" sz="119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5700010" y="256849"/>
            <a:ext cx="1331069" cy="499151"/>
          </a:xfrm>
          <a:custGeom>
            <a:avLst/>
            <a:gdLst/>
            <a:ahLst/>
            <a:cxnLst/>
            <a:rect l="l" t="t" r="r" b="b"/>
            <a:pathLst>
              <a:path w="1331069" h="499151">
                <a:moveTo>
                  <a:pt x="0" y="0"/>
                </a:moveTo>
                <a:lnTo>
                  <a:pt x="1331070" y="0"/>
                </a:lnTo>
                <a:lnTo>
                  <a:pt x="1331070" y="499151"/>
                </a:lnTo>
                <a:lnTo>
                  <a:pt x="0" y="4991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756000" y="1902583"/>
            <a:ext cx="1879250" cy="206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666"/>
              </a:lnSpc>
              <a:spcBef>
                <a:spcPct val="0"/>
              </a:spcBef>
            </a:pPr>
            <a:r>
              <a:rPr lang="en-US" sz="1190" u="none" strike="noStrike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Name: </a:t>
            </a:r>
            <a:r>
              <a:rPr lang="en-IN" sz="1200" dirty="0"/>
              <a:t>{{name}}</a:t>
            </a:r>
            <a:r>
              <a:rPr lang="en-US" sz="1190" u="none" strike="noStrike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53006" y="1887466"/>
            <a:ext cx="1493077" cy="206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666"/>
              </a:lnSpc>
              <a:spcBef>
                <a:spcPct val="0"/>
              </a:spcBef>
            </a:pPr>
            <a:r>
              <a:rPr lang="en-US" sz="1190" u="none" strike="noStrike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Age: </a:t>
            </a:r>
            <a:r>
              <a:rPr lang="en-IN" sz="1200" dirty="0"/>
              <a:t>{{age}}</a:t>
            </a:r>
            <a:endParaRPr lang="en-US" sz="1190" u="none" strike="noStrike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6000" y="2234299"/>
            <a:ext cx="1574450" cy="206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666"/>
              </a:lnSpc>
              <a:spcBef>
                <a:spcPct val="0"/>
              </a:spcBef>
            </a:pPr>
            <a:r>
              <a:rPr lang="en-US" sz="119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Gender: </a:t>
            </a:r>
            <a:r>
              <a:rPr lang="en-IN" sz="1200" dirty="0"/>
              <a:t>{{gender}}</a:t>
            </a:r>
            <a:endParaRPr lang="en-US" sz="119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53007" y="2234299"/>
            <a:ext cx="1493076" cy="206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666"/>
              </a:lnSpc>
              <a:spcBef>
                <a:spcPct val="0"/>
              </a:spcBef>
            </a:pPr>
            <a:r>
              <a:rPr lang="en-US" sz="119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Activity: </a:t>
            </a:r>
            <a:r>
              <a:rPr lang="en-IN" sz="1200" dirty="0"/>
              <a:t>{{activity}}</a:t>
            </a:r>
            <a:endParaRPr lang="en-US" sz="119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8883" y="8630298"/>
            <a:ext cx="1400195" cy="2169316"/>
          </a:xfrm>
          <a:custGeom>
            <a:avLst/>
            <a:gdLst/>
            <a:ahLst/>
            <a:cxnLst/>
            <a:rect l="l" t="t" r="r" b="b"/>
            <a:pathLst>
              <a:path w="1400195" h="2169316">
                <a:moveTo>
                  <a:pt x="0" y="0"/>
                </a:moveTo>
                <a:lnTo>
                  <a:pt x="1400195" y="0"/>
                </a:lnTo>
                <a:lnTo>
                  <a:pt x="1400195" y="2169316"/>
                </a:lnTo>
                <a:lnTo>
                  <a:pt x="0" y="2169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0061" y="9934767"/>
            <a:ext cx="1146277" cy="1221807"/>
          </a:xfrm>
          <a:custGeom>
            <a:avLst/>
            <a:gdLst/>
            <a:ahLst/>
            <a:cxnLst/>
            <a:rect l="l" t="t" r="r" b="b"/>
            <a:pathLst>
              <a:path w="1146277" h="1221807">
                <a:moveTo>
                  <a:pt x="0" y="0"/>
                </a:moveTo>
                <a:lnTo>
                  <a:pt x="1146277" y="0"/>
                </a:lnTo>
                <a:lnTo>
                  <a:pt x="1146277" y="1221807"/>
                </a:lnTo>
                <a:lnTo>
                  <a:pt x="0" y="1221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52435" y="9128927"/>
            <a:ext cx="1073680" cy="1670688"/>
          </a:xfrm>
          <a:custGeom>
            <a:avLst/>
            <a:gdLst/>
            <a:ahLst/>
            <a:cxnLst/>
            <a:rect l="l" t="t" r="r" b="b"/>
            <a:pathLst>
              <a:path w="1073680" h="1670688">
                <a:moveTo>
                  <a:pt x="0" y="0"/>
                </a:moveTo>
                <a:lnTo>
                  <a:pt x="1073680" y="0"/>
                </a:lnTo>
                <a:lnTo>
                  <a:pt x="1073680" y="1670687"/>
                </a:lnTo>
                <a:lnTo>
                  <a:pt x="0" y="1670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731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877883" y="9616220"/>
            <a:ext cx="806860" cy="1183395"/>
          </a:xfrm>
          <a:custGeom>
            <a:avLst/>
            <a:gdLst/>
            <a:ahLst/>
            <a:cxnLst/>
            <a:rect l="l" t="t" r="r" b="b"/>
            <a:pathLst>
              <a:path w="806860" h="1183395">
                <a:moveTo>
                  <a:pt x="0" y="0"/>
                </a:moveTo>
                <a:lnTo>
                  <a:pt x="806860" y="0"/>
                </a:lnTo>
                <a:lnTo>
                  <a:pt x="806860" y="1183394"/>
                </a:lnTo>
                <a:lnTo>
                  <a:pt x="0" y="11833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56260" y="688923"/>
            <a:ext cx="1754683" cy="1104323"/>
          </a:xfrm>
          <a:custGeom>
            <a:avLst/>
            <a:gdLst/>
            <a:ahLst/>
            <a:cxnLst/>
            <a:rect l="l" t="t" r="r" b="b"/>
            <a:pathLst>
              <a:path w="1754683" h="1104323">
                <a:moveTo>
                  <a:pt x="0" y="0"/>
                </a:moveTo>
                <a:lnTo>
                  <a:pt x="1754684" y="0"/>
                </a:lnTo>
                <a:lnTo>
                  <a:pt x="1754684" y="1104323"/>
                </a:lnTo>
                <a:lnTo>
                  <a:pt x="0" y="1104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58603"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-25136" y="-630347"/>
            <a:ext cx="1132701" cy="1774392"/>
          </a:xfrm>
          <a:custGeom>
            <a:avLst/>
            <a:gdLst/>
            <a:ahLst/>
            <a:cxnLst/>
            <a:rect l="l" t="t" r="r" b="b"/>
            <a:pathLst>
              <a:path w="1132701" h="1774392">
                <a:moveTo>
                  <a:pt x="0" y="0"/>
                </a:moveTo>
                <a:lnTo>
                  <a:pt x="1132701" y="0"/>
                </a:lnTo>
                <a:lnTo>
                  <a:pt x="1132701" y="1774392"/>
                </a:lnTo>
                <a:lnTo>
                  <a:pt x="0" y="177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55512"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051840"/>
              </p:ext>
            </p:extLst>
          </p:nvPr>
        </p:nvGraphicFramePr>
        <p:xfrm>
          <a:off x="756000" y="1144045"/>
          <a:ext cx="6067902" cy="8578769"/>
        </p:xfrm>
        <a:graphic>
          <a:graphicData uri="http://schemas.openxmlformats.org/drawingml/2006/table">
            <a:tbl>
              <a:tblPr/>
              <a:tblGrid>
                <a:gridCol w="1290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7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661">
                <a:tc>
                  <a:txBody>
                    <a:bodyPr/>
                    <a:lstStyle/>
                    <a:p>
                      <a:pPr algn="ctr">
                        <a:lnSpc>
                          <a:spcPts val="1671"/>
                        </a:lnSpc>
                        <a:defRPr/>
                      </a:pPr>
                      <a:r>
                        <a:rPr lang="en-US" sz="1194" b="1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Meal Time</a:t>
                      </a:r>
                      <a:endParaRPr lang="en-US" sz="110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F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194" b="1" u="none" strike="noStrik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Menu Planning </a:t>
                      </a:r>
                      <a:endParaRPr lang="en-US" sz="110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Lunch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{{lunch}}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336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 err="1"/>
                        <a:t>Eveming</a:t>
                      </a:r>
                      <a:r>
                        <a:rPr lang="en-IN" sz="1100" dirty="0"/>
                        <a:t> snacks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{{</a:t>
                      </a:r>
                      <a:r>
                        <a:rPr lang="en-IN" sz="1100" dirty="0" err="1"/>
                        <a:t>evening_snacks</a:t>
                      </a:r>
                      <a:r>
                        <a:rPr lang="en-IN" sz="1100" dirty="0"/>
                        <a:t>}}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973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Dinner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{{dinner}}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098424" y="603198"/>
            <a:ext cx="5344871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AF212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Sports Nutrition Plan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00010" y="256849"/>
            <a:ext cx="1331069" cy="499151"/>
          </a:xfrm>
          <a:custGeom>
            <a:avLst/>
            <a:gdLst/>
            <a:ahLst/>
            <a:cxnLst/>
            <a:rect l="l" t="t" r="r" b="b"/>
            <a:pathLst>
              <a:path w="1331069" h="499151">
                <a:moveTo>
                  <a:pt x="0" y="0"/>
                </a:moveTo>
                <a:lnTo>
                  <a:pt x="1331070" y="0"/>
                </a:lnTo>
                <a:lnTo>
                  <a:pt x="1331070" y="499151"/>
                </a:lnTo>
                <a:lnTo>
                  <a:pt x="0" y="4991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8883" y="9128927"/>
            <a:ext cx="1400195" cy="2169316"/>
          </a:xfrm>
          <a:custGeom>
            <a:avLst/>
            <a:gdLst/>
            <a:ahLst/>
            <a:cxnLst/>
            <a:rect l="l" t="t" r="r" b="b"/>
            <a:pathLst>
              <a:path w="1400195" h="2169316">
                <a:moveTo>
                  <a:pt x="0" y="0"/>
                </a:moveTo>
                <a:lnTo>
                  <a:pt x="1400195" y="0"/>
                </a:lnTo>
                <a:lnTo>
                  <a:pt x="1400195" y="2169316"/>
                </a:lnTo>
                <a:lnTo>
                  <a:pt x="0" y="2169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0061" y="9934767"/>
            <a:ext cx="1146277" cy="1221807"/>
          </a:xfrm>
          <a:custGeom>
            <a:avLst/>
            <a:gdLst/>
            <a:ahLst/>
            <a:cxnLst/>
            <a:rect l="l" t="t" r="r" b="b"/>
            <a:pathLst>
              <a:path w="1146277" h="1221807">
                <a:moveTo>
                  <a:pt x="0" y="0"/>
                </a:moveTo>
                <a:lnTo>
                  <a:pt x="1146277" y="0"/>
                </a:lnTo>
                <a:lnTo>
                  <a:pt x="1146277" y="1221807"/>
                </a:lnTo>
                <a:lnTo>
                  <a:pt x="0" y="1221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52435" y="9128927"/>
            <a:ext cx="1073680" cy="1670688"/>
          </a:xfrm>
          <a:custGeom>
            <a:avLst/>
            <a:gdLst/>
            <a:ahLst/>
            <a:cxnLst/>
            <a:rect l="l" t="t" r="r" b="b"/>
            <a:pathLst>
              <a:path w="1073680" h="1670688">
                <a:moveTo>
                  <a:pt x="0" y="0"/>
                </a:moveTo>
                <a:lnTo>
                  <a:pt x="1073680" y="0"/>
                </a:lnTo>
                <a:lnTo>
                  <a:pt x="1073680" y="1670687"/>
                </a:lnTo>
                <a:lnTo>
                  <a:pt x="0" y="1670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731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877883" y="9616220"/>
            <a:ext cx="806860" cy="1183395"/>
          </a:xfrm>
          <a:custGeom>
            <a:avLst/>
            <a:gdLst/>
            <a:ahLst/>
            <a:cxnLst/>
            <a:rect l="l" t="t" r="r" b="b"/>
            <a:pathLst>
              <a:path w="806860" h="1183395">
                <a:moveTo>
                  <a:pt x="0" y="0"/>
                </a:moveTo>
                <a:lnTo>
                  <a:pt x="806860" y="0"/>
                </a:lnTo>
                <a:lnTo>
                  <a:pt x="806860" y="1183394"/>
                </a:lnTo>
                <a:lnTo>
                  <a:pt x="0" y="11833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56260" y="688923"/>
            <a:ext cx="1754683" cy="1104323"/>
          </a:xfrm>
          <a:custGeom>
            <a:avLst/>
            <a:gdLst/>
            <a:ahLst/>
            <a:cxnLst/>
            <a:rect l="l" t="t" r="r" b="b"/>
            <a:pathLst>
              <a:path w="1754683" h="1104323">
                <a:moveTo>
                  <a:pt x="0" y="0"/>
                </a:moveTo>
                <a:lnTo>
                  <a:pt x="1754684" y="0"/>
                </a:lnTo>
                <a:lnTo>
                  <a:pt x="1754684" y="1104323"/>
                </a:lnTo>
                <a:lnTo>
                  <a:pt x="0" y="1104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58603"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-25136" y="-630347"/>
            <a:ext cx="1132701" cy="1774392"/>
          </a:xfrm>
          <a:custGeom>
            <a:avLst/>
            <a:gdLst/>
            <a:ahLst/>
            <a:cxnLst/>
            <a:rect l="l" t="t" r="r" b="b"/>
            <a:pathLst>
              <a:path w="1132701" h="1774392">
                <a:moveTo>
                  <a:pt x="0" y="0"/>
                </a:moveTo>
                <a:lnTo>
                  <a:pt x="1132701" y="0"/>
                </a:lnTo>
                <a:lnTo>
                  <a:pt x="1132701" y="1774392"/>
                </a:lnTo>
                <a:lnTo>
                  <a:pt x="0" y="1774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55512"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936971"/>
              </p:ext>
            </p:extLst>
          </p:nvPr>
        </p:nvGraphicFramePr>
        <p:xfrm>
          <a:off x="756000" y="1888496"/>
          <a:ext cx="6047999" cy="3615491"/>
        </p:xfrm>
        <a:graphic>
          <a:graphicData uri="http://schemas.openxmlformats.org/drawingml/2006/table">
            <a:tbl>
              <a:tblPr/>
              <a:tblGrid>
                <a:gridCol w="1833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9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54">
                <a:tc>
                  <a:txBody>
                    <a:bodyPr/>
                    <a:lstStyle/>
                    <a:p>
                      <a:pPr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194" b="1" dirty="0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Pre Activity Meal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F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1"/>
                        </a:lnSpc>
                        <a:defRPr/>
                      </a:pPr>
                      <a:r>
                        <a:rPr lang="en-US" sz="1194" b="1" dirty="0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During Activity meal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F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194" b="1" dirty="0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Post Activity Meal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143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{{</a:t>
                      </a:r>
                      <a:r>
                        <a:rPr lang="en-IN" sz="1100" dirty="0" err="1"/>
                        <a:t>pre_activity</a:t>
                      </a:r>
                      <a:r>
                        <a:rPr lang="en-IN" sz="1100" dirty="0"/>
                        <a:t>}}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{{</a:t>
                      </a:r>
                      <a:r>
                        <a:rPr lang="en-IN" sz="1100" dirty="0" err="1"/>
                        <a:t>during_activity</a:t>
                      </a:r>
                      <a:r>
                        <a:rPr lang="en-IN" sz="1100" dirty="0"/>
                        <a:t>}}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{{post_activity_20m}}</a:t>
                      </a:r>
                    </a:p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endParaRPr lang="en-IN" sz="1100" dirty="0"/>
                    </a:p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endParaRPr lang="en-IN" sz="1100" dirty="0"/>
                    </a:p>
                    <a:p>
                      <a:pPr marL="0" lvl="0" indent="0" algn="ctr">
                        <a:lnSpc>
                          <a:spcPts val="1671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IN" sz="1100" dirty="0"/>
                        <a:t>{{post_activity_2h}}</a:t>
                      </a:r>
                      <a:endParaRPr lang="en-US" sz="1100" dirty="0"/>
                    </a:p>
                  </a:txBody>
                  <a:tcPr marL="44074" marR="44074" marT="44074" marB="44074" anchor="ctr">
                    <a:lnL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Freeform 9"/>
          <p:cNvSpPr/>
          <p:nvPr/>
        </p:nvSpPr>
        <p:spPr>
          <a:xfrm>
            <a:off x="5700010" y="256849"/>
            <a:ext cx="1331069" cy="499151"/>
          </a:xfrm>
          <a:custGeom>
            <a:avLst/>
            <a:gdLst/>
            <a:ahLst/>
            <a:cxnLst/>
            <a:rect l="l" t="t" r="r" b="b"/>
            <a:pathLst>
              <a:path w="1331069" h="499151">
                <a:moveTo>
                  <a:pt x="0" y="0"/>
                </a:moveTo>
                <a:lnTo>
                  <a:pt x="1331070" y="0"/>
                </a:lnTo>
                <a:lnTo>
                  <a:pt x="1331070" y="499151"/>
                </a:lnTo>
                <a:lnTo>
                  <a:pt x="0" y="4991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6084" y="-191531"/>
            <a:ext cx="1125763" cy="1306265"/>
          </a:xfrm>
          <a:custGeom>
            <a:avLst/>
            <a:gdLst/>
            <a:ahLst/>
            <a:cxnLst/>
            <a:rect l="l" t="t" r="r" b="b"/>
            <a:pathLst>
              <a:path w="1125763" h="1306265">
                <a:moveTo>
                  <a:pt x="0" y="0"/>
                </a:moveTo>
                <a:lnTo>
                  <a:pt x="1125762" y="0"/>
                </a:lnTo>
                <a:lnTo>
                  <a:pt x="1125762" y="1306264"/>
                </a:lnTo>
                <a:lnTo>
                  <a:pt x="0" y="1306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536728" y="461601"/>
            <a:ext cx="1341284" cy="502982"/>
          </a:xfrm>
          <a:custGeom>
            <a:avLst/>
            <a:gdLst/>
            <a:ahLst/>
            <a:cxnLst/>
            <a:rect l="l" t="t" r="r" b="b"/>
            <a:pathLst>
              <a:path w="1341284" h="502982">
                <a:moveTo>
                  <a:pt x="0" y="0"/>
                </a:moveTo>
                <a:lnTo>
                  <a:pt x="1341284" y="0"/>
                </a:lnTo>
                <a:lnTo>
                  <a:pt x="1341284" y="502982"/>
                </a:lnTo>
                <a:lnTo>
                  <a:pt x="0" y="502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756000" y="888038"/>
            <a:ext cx="1671786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Dietary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5E612-F188-09AF-0CEF-4902A1667AB6}"/>
              </a:ext>
            </a:extLst>
          </p:cNvPr>
          <p:cNvSpPr txBox="1"/>
          <p:nvPr/>
        </p:nvSpPr>
        <p:spPr>
          <a:xfrm>
            <a:off x="273050" y="1384300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{{recommendations}}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103</Words>
  <Application>Microsoft Office PowerPoint</Application>
  <PresentationFormat>Custom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Times New Roman MT Bold</vt:lpstr>
      <vt:lpstr>Calibri</vt:lpstr>
      <vt:lpstr>Times New Roman MT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Sports Nutrition Plan</dc:title>
  <cp:lastModifiedBy>Rahul Raman</cp:lastModifiedBy>
  <cp:revision>8</cp:revision>
  <dcterms:created xsi:type="dcterms:W3CDTF">2006-08-16T00:00:00Z</dcterms:created>
  <dcterms:modified xsi:type="dcterms:W3CDTF">2026-06-05T10:25:56Z</dcterms:modified>
  <dc:identifier>DAHLfUct4iY</dc:identifier>
</cp:coreProperties>
</file>